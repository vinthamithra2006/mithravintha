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thraVintha" initials="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06" autoAdjust="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2942" y="-77"/>
      </p:cViewPr>
      <p:guideLst>
        <p:guide orient="horz" pos="2160"/>
        <p:guide pos="288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15CD-B4FB-41DB-AD89-25B4D1D24661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9E719-22BC-4785-AD3A-7DA256C550F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9E719-22BC-4785-AD3A-7DA256C550F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827C3-90FF-4FD6-929C-080A7FF9938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B466-757C-459E-9441-698C248BE60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5785" y="785795"/>
            <a:ext cx="70801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EMOTION DETECTION USING IMAGE PROCESSING IN PYTHON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857288" y="1643050"/>
            <a:ext cx="10858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Presented By :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R.MithraVintha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Department :Department Of Computer Science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College :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Arulmigu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Palaniandavar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Arts And Science For Women</a:t>
            </a:r>
          </a:p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Oddanchatram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3" y="142853"/>
            <a:ext cx="4362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73" y="785794"/>
            <a:ext cx="9072627" cy="2008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Emotion detection helps computers understand human feelings.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uses image processing to analyze facial expressions.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Useful in AI, security, healthcare, and education.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1" y="285729"/>
            <a:ext cx="5277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Is Emotion Detection?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4282" y="857232"/>
            <a:ext cx="664371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Emotion detection means identifying feelings like: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Happy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Angry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Surprised</a:t>
            </a:r>
          </a:p>
          <a:p>
            <a:pPr marL="457200" indent="-4572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  Neutral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3" y="3714753"/>
            <a:ext cx="603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Part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Artificial Intelligence(AI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285729"/>
            <a:ext cx="5284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Is Image Processing?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20" y="1071546"/>
            <a:ext cx="65722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 processing is using code to read and analyze images.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helps the computer understand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Face Structure Like ,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Eyes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Mouth 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Nose Movements </a:t>
            </a:r>
          </a:p>
          <a:p>
            <a:pPr marL="457200" indent="-457200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d.   Expression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atterns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44" y="285728"/>
            <a:ext cx="532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Tools And Technologies :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596" y="928670"/>
            <a:ext cx="85725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Programming Language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Library to work with images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Deep Learning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For training emotion detection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Haar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Cascade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Classifier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For face detection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Pre-trained Models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– For emotion recognition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9" y="285728"/>
            <a:ext cx="4003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Block Diagram :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597" y="1071546"/>
            <a:ext cx="642940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 Input (from Camera)</a:t>
            </a:r>
          </a:p>
          <a:p>
            <a:pPr marL="342900" indent="-342900"/>
            <a:r>
              <a:rPr lang="en-US" dirty="0" smtClean="0"/>
              <a:t>                     ↓</a:t>
            </a: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Face Detection</a:t>
            </a:r>
          </a:p>
          <a:p>
            <a:pPr marL="342900" indent="-342900"/>
            <a:r>
              <a:rPr lang="en-US" dirty="0" smtClean="0"/>
              <a:t>                     ↓</a:t>
            </a: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Feature Extraction  </a:t>
            </a:r>
          </a:p>
          <a:p>
            <a:pPr marL="342900" indent="-342900"/>
            <a:r>
              <a:rPr lang="en-US" dirty="0" smtClean="0"/>
              <a:t>                     ↓</a:t>
            </a: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Emotion Detection</a:t>
            </a:r>
          </a:p>
          <a:p>
            <a:pPr marL="342900" indent="-342900"/>
            <a:r>
              <a:rPr lang="en-US" dirty="0"/>
              <a:t> </a:t>
            </a:r>
            <a:r>
              <a:rPr lang="en-US" dirty="0" smtClean="0"/>
              <a:t>                    ↓</a:t>
            </a: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Display Emotion (Happy, Sad, etc.)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194</Words>
  <Application>Microsoft Office PowerPoint</Application>
  <PresentationFormat>On-screen Show (4:3)</PresentationFormat>
  <Paragraphs>46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MithraVintha</dc:creator>
  <cp:lastModifiedBy>MithraVintha</cp:lastModifiedBy>
  <cp:revision>14</cp:revision>
  <dcterms:created xsi:type="dcterms:W3CDTF">2025-07-15T14:28:24Z</dcterms:created>
  <dcterms:modified xsi:type="dcterms:W3CDTF">2025-07-15T16:44:18Z</dcterms:modified>
</cp:coreProperties>
</file>